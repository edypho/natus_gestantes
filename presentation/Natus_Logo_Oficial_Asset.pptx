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005840"/>
            <a:ext cx="3350013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